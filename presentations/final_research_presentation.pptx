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Autonomous AI Research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Automatically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**Professional Research Report: Artificial Intell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**Executive Summary**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research report examines the impact of genera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(AI) has become a signific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**Research Analysis**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research papers analyzed cover various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**Comparative Insights**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